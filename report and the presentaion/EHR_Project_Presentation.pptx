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0" d="100"/>
          <a:sy n="160" d="100"/>
        </p:scale>
        <p:origin x="20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59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6487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Electronic Health Records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(EHR) Information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6089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Information Systems in Health Care (WS25/26)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8710" y="337000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Team: Aziz, Ramis, Batool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7911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Deggendorf Institute of Technology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Presentation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1. Introduction to EHR Systems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2. System Architecture &amp; Design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3. Features &amp; Functionality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4. Live Demonstration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5. Usability Evaluation (SUS)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6. Conclusion &amp; Q&amp;A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What is an Electronic Health Record?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7721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An Electronic Health Record (EHR) is a digital version of a patient's paper chart containing: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Medical and treatment history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Diagnoses and medications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Immunization dates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Allergies and lab test results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Real-time access for authorized users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</a:rPr>
              <a:t>Benefits: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1306" y="3383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✓ Improved Patient Care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✓ Enhanced Patient Safety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✓ Increased Efficiency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✓ Better Care Coordination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✓ Secure Data Storage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Our EHR System - 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</a:rPr>
              <a:t>Purpose: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a comprehensive web-based EHR management system from a doctor's perspective for efficient patient information and health records management.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</a:rPr>
              <a:t>Key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16942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Complete patient lifecycle management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Comprehensive EHR record creation and management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authentication and data protection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User-friendly interface with responsive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Medical image upload and display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25830"/>
            <a:ext cx="3840480" cy="164592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7275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HTML5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CSS3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Bootstrap 5.3.0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JavaScript (ES6)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7829" y="914400"/>
            <a:ext cx="3840480" cy="164592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057275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32149" y="1463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PHP 7.4+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MySQL 5.7+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Apache Server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WAMP/XAMPP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6319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472C4"/>
                </a:solidFill>
              </a:rPr>
              <a:t>Architecture: Three-Tier (Presentation, Application, Data)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1203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</a:rPr>
              <a:t>Security Features: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0010" y="357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Password Hashing (bcrypt)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SQL Injection Prevention (Prepared Statements)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XSS Protection (htmlspecialchars)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Session Management with Timeout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Brute Force Protection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Database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70740"/>
            <a:ext cx="1457141" cy="1005833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" name="Text 2"/>
          <p:cNvSpPr/>
          <p:nvPr/>
        </p:nvSpPr>
        <p:spPr>
          <a:xfrm>
            <a:off x="359861" y="10250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F7F"/>
                </a:solidFill>
              </a:rPr>
              <a:t>doctors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1157" y="12993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Doctor credentials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&amp; profile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070740"/>
            <a:ext cx="1522034" cy="1005833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" name="Text 5"/>
          <p:cNvSpPr/>
          <p:nvPr/>
        </p:nvSpPr>
        <p:spPr>
          <a:xfrm>
            <a:off x="2371541" y="1073697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F7F"/>
                </a:solidFill>
              </a:rPr>
              <a:t>patients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3125" y="130524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Patient demographics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&amp; contacts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70740"/>
            <a:ext cx="1657719" cy="1005833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0" name="Text 8"/>
          <p:cNvSpPr/>
          <p:nvPr/>
        </p:nvSpPr>
        <p:spPr>
          <a:xfrm>
            <a:off x="4636893" y="10707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ehr_records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4088" y="130524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Complete health records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&amp; medical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070740"/>
            <a:ext cx="1657719" cy="1005833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11"/>
          <p:cNvSpPr/>
          <p:nvPr/>
        </p:nvSpPr>
        <p:spPr>
          <a:xfrm>
            <a:off x="6595479" y="11164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F7F"/>
                </a:solidFill>
              </a:rPr>
              <a:t>login_attempts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86919" y="141953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Security tracking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&amp; brute force protection</a:t>
            </a:r>
            <a:endParaRPr lang="en-US" sz="1100" dirty="0"/>
          </a:p>
        </p:txBody>
      </p:sp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15DD84A9-561A-2C64-CE7E-3C52A7A6F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462" y="2308122"/>
            <a:ext cx="2625075" cy="2686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System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137160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Secure registration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&amp; login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560320" cy="137160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Patient Mgmt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Complete CRUD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560320" cy="137160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EHR Records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Comprehensive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health records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560320" cy="137160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Search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Quick 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&amp; record lookup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3017520"/>
            <a:ext cx="2560320" cy="137160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6616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Statistics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quick actions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017520"/>
            <a:ext cx="2560320" cy="137160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Responsive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Works on 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devices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Patient Management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</a:rPr>
              <a:t>CRUD Operations: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Create: Add new patients with profile pictures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Read: View complete patient information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Update: Edit patient details anytime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Delete: Remove patient records securely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</a:rPr>
              <a:t>Additional Features: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Real-time search functionality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Emergency contact management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Profile image upload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Blood group tracking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F82629-27FE-C65F-0601-439FED040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3" y="1485900"/>
            <a:ext cx="4381327" cy="17537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FE17B6-7292-8F98-D416-2C2E03803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39653"/>
            <a:ext cx="3494154" cy="1704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012" y="295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EHR Record Creation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44823" y="3687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0AD47"/>
                </a:solidFill>
              </a:rPr>
              <a:t>Complete Form with All Required Input Types: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4823" y="439502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✓ Text Inputs (3+): Height, Weight, BP, Heart Rate, Temperature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✓ Checkbox: Allergies (Drugs, Food, Environmental, Other)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✓ Radio Buttons: Immunization Status (Up-to-date, Incomplete, Unknown)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✓ Date Input: Visit Date (with datepicker)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✓ Textarea: Medical History, Medications, Diagnosis, Treatment Plan, Notes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✓ Image Upload: X-rays, Lab Reports (max 5MB)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D54952-3EC0-6D9B-670C-E853FDE58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22" y="2175521"/>
            <a:ext cx="3490517" cy="24613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B69799-E327-C032-63F8-4A70DED53A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764"/>
          <a:stretch/>
        </p:blipFill>
        <p:spPr>
          <a:xfrm>
            <a:off x="3727087" y="2142509"/>
            <a:ext cx="1741244" cy="21109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E86DCE-64D3-507E-6169-D4D12BE8D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5590" y="2142509"/>
            <a:ext cx="2783393" cy="18218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106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EHR Record Display &amp;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4106" y="67547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</a:rPr>
              <a:t>Features: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2163" y="1122354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Complete vital signs display with visual formatting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Medical images (X-rays, MRI) with zoom functionality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Edit and delete capabilities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Automatic BMI calculation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Color-coded badges for allergies and immunization status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LIVE DEMONSTRATION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Let's see the system in action!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</a:rPr>
              <a:t>http://localhost/ehr-system/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System Usability Scale (SUS)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</a:rPr>
              <a:t>What is SUS?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8929" y="685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A reliable, low-cost usability scale consisting of 10 questions with 5 response options (Strongly Disagree to Strongly Agree).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42367" y="135985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AD47"/>
                </a:solidFill>
              </a:rPr>
              <a:t>Score Calculation: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2367" y="19202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Odd items (1,3,5,7,9):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 Score = Position - 1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Even items (2,4,6,8,10):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 Score = 5 - Position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Sum all scores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Multiply by 2.5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01635" y="1324405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AD47"/>
                </a:solidFill>
              </a:rPr>
              <a:t>Benchmark: 68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5369" y="1766913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Above 68 = Good Usability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Below 68 = Needs Improvement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072497-C1A8-A6AF-0FA4-E41EA9838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" y="1345110"/>
            <a:ext cx="1893438" cy="3432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F3A465-8F58-FFA0-3D2D-8C43D978D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152" y="2258091"/>
            <a:ext cx="2865643" cy="26872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Our SUS Evaluation Results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AD47"/>
                </a:solidFill>
              </a:rPr>
              <a:t>Files auto-saved: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0000"/>
                </a:solidFill>
              </a:rPr>
              <a:t>sus_results.json  •  sus_results.csv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C414A7-8C5B-F36E-1BCF-D26459DDF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99" y="937679"/>
            <a:ext cx="3485075" cy="32681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Key Achievements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✓ Complete patient lifecycle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✓ Comprehensive EHR records with all input types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✓ Secure authentication &amp; data protection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✓ Medical image upload &amp; display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✓ Responsive design (mobile, tablet, desktop)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✓ System usability evaluation (SUS)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4F7F"/>
                </a:solidFill>
              </a:rPr>
              <a:t>✓ Auto-save evaluation results (JSON &amp; Excel)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4F7F"/>
                </a:solidFill>
              </a:rPr>
              <a:t>✓ Real-time search functionality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4F7F"/>
                </a:solidFill>
              </a:rPr>
              <a:t>✓ Brute force protection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🔗  External lab system integration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📅  Appointment scheduling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💊  Prescription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  Advanced analytics &amp; reporting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  Multi-language support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📧  Email notifications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72C4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</a:rPr>
              <a:t>✓ Successfully developed a comprehensive EHR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The system provides: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Complete patient management from doctor's perspective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Comprehensive health record creation and maintenance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Secure, user-friendly interface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All required technical specifications met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Positive usability evaluation results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Questions &amp; Discussion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Team: Aziz, Ramis, Batool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Deggendorf Institute of Technology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Microsoft Office PowerPoint</Application>
  <PresentationFormat>On-screen Show (16:9)</PresentationFormat>
  <Paragraphs>185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Deggendorf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 Health Records System Presentation</dc:title>
  <dc:subject>EHR Information System Project</dc:subject>
  <dc:creator>Aziz, Ramis, Batool</dc:creator>
  <cp:lastModifiedBy>Shabir Basir</cp:lastModifiedBy>
  <cp:revision>2</cp:revision>
  <dcterms:created xsi:type="dcterms:W3CDTF">2025-12-22T23:18:17Z</dcterms:created>
  <dcterms:modified xsi:type="dcterms:W3CDTF">2025-12-23T22:35:51Z</dcterms:modified>
</cp:coreProperties>
</file>